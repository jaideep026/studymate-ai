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Newton's Laws of Motion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First Law: An object at rest stays at rest, and an object in motion stays in motion at constant velocity, unless acted on by a net external force. This is also called the law of inertia.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Second Law: The acceleration of an object is directly proportional to the net force acting on it and inversely proportional to its mass. This is written as F = m times 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Third Law: For every action there is an equal and opposite reaction. When object A exerts a force on object B, object B exerts an equal and opposite force back on object 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2026-08-22T14:15:16Z</dcterms:created>
  <dcterms:modified xsi:type="dcterms:W3CDTF">2026-08-22T14:15:16Z</dcterms:modified>
</cp:coreProperties>
</file>